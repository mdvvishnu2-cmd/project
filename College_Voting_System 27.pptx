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81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365760"/>
            <a:ext cx="2926080" cy="292608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49440" y="897556"/>
            <a:ext cx="1828800" cy="1828800"/>
          </a:xfrm>
          <a:prstGeom prst="ellipse">
            <a:avLst/>
          </a:prstGeom>
          <a:solidFill>
            <a:srgbClr val="EAB308">
              <a:alpha val="25000"/>
            </a:srgbClr>
          </a:solidFill>
          <a:ln w="12700">
            <a:solidFill>
              <a:srgbClr val="EAB30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CIVITAS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ONLINE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| Bachelor of Computer Science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3047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(222312554)  |  S. Sheik Muzzamil (222312550)  |  S. Akshat Chaturvedi (222312530)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880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Asst. Prof. V. Saranya, M.Sc., M.Phil., Ph.D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T.J.S College of Arts and Science  |  April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BCD912-6F60-A75E-AD34-451E2493C758}"/>
              </a:ext>
            </a:extLst>
          </p:cNvPr>
          <p:cNvCxnSpPr/>
          <p:nvPr/>
        </p:nvCxnSpPr>
        <p:spPr>
          <a:xfrm>
            <a:off x="3965608" y="3667225"/>
            <a:ext cx="2598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1887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019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901952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9019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615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615184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15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328416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3284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328416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3284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(MVC)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041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4041648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576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0416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4041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4041648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0416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7168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87168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08576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08576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9984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9984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8412480" cy="262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IN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secure, web-based college election platform built with Python Flask, MySQL, HTML5, CSS3, JavaScript, and Chart.js. It replaces paper-based elections with a fully digital system accessible from any internet-enabled device.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unique Voter IDs in VTR-XXXXXXXX format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Chart.js bar charts on admin dashboard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One-vote-per-student enforcement at application AND database levels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SHA-256 password hashing &amp; session-based access control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 TOGGLE functionality (active/inactive)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dark-navy CIVITAS branding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Attendance Required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visit polling booths — those absent on election day are completely excluded from voting.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Resource Intensive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printing ballots, staffing booths, and hours of manual counting by committee members.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Counting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Miscounts and spoiled ballots affect accuracy; no double-check mechanism available.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only available after complete counting — zero transparency during the election process.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ballots vulnerable to tampering, damage, or destruction before counting is complete.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paper printing and disposal contributes to unnecessary environmental degradation.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5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Digital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internet-enabled device — no physical presence required for casting votes.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log in using college register number with SHA-256 password hashing for security.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Voter IDs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VTR-XXXXXXXX format Voter ID automatically issued upon successful student registration.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 Enforcement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database constraint + application-level logic ensures each student can vote only once.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vote distribution bar charts via Chart.js; admin sees standings as votes are cast.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edit, delete, and toggle candidates active/inactive during the election.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134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&amp; Flask 2.0+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2826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2826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67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2519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1252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9204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(2.0 GHz+)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31343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23134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3134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798064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space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8269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92040" y="32826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2826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1280×720 resolution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767328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4892040" y="3767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Mbps+ internet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2519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92040" y="42519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42519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1325880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563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details; SHA-256 hashed password; auto-generate unique VTR-XXXXXXXX Voter ID.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5232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563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register number; create session; redirect to personalized dashboard.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8912" y="207568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3134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voter profile, election schedule, active candidates, and voting status dynamically.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9842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28032" y="207568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2803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3134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one vote securely; atomic transaction; UNIQUE DB constraint prevents double-voting.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340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8912" y="2825496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063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with predefined credentials; create admin session for full system access.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28032" y="2825496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2803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063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stats: total voters, votes cast, active candidates + Chart.js bar chart visualization.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4838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38912" y="3575304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91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6112" y="38130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candidates; toggle active/inactive status; upload candidate photo.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4838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28032" y="3575304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2803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Management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38130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election title, description, start/end dates; auto-control voting availability.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23367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38912" y="4325112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3891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96112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Module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6112" y="4562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ACID compliance; UNIQUE constraints; Foreign keys; secure data storage &amp; retrieval.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23367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28032" y="4325112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280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85232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85232" y="4562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responsive bar charts; vote data passed as JSON from Flask backend.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2024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87168" y="1280160"/>
            <a:ext cx="192024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87168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08576" y="1280160"/>
            <a:ext cx="192024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08576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29984" y="1280160"/>
            <a:ext cx="1920240" cy="65836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29984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Markup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920240" cy="658368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87168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87168" y="2971800"/>
            <a:ext cx="1920240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87168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08576" y="2971800"/>
            <a:ext cx="19202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08576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08576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9984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29984" y="2971800"/>
            <a:ext cx="1920240" cy="658368"/>
          </a:xfrm>
          <a:prstGeom prst="rect">
            <a:avLst/>
          </a:prstGeom>
          <a:solidFill>
            <a:srgbClr val="065A60"/>
          </a:solidFill>
          <a:ln w="12700">
            <a:solidFill>
              <a:srgbClr val="065A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29984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9984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MVC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solidFill>
            <a:srgbClr val="1E40AF">
              <a:alpha val="88000"/>
            </a:srgbClr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9728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30759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Tables + Python Data Access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| candidates | votes | 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548640" cy="1828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2359152"/>
            <a:ext cx="7680960" cy="914400"/>
          </a:xfrm>
          <a:prstGeom prst="rect">
            <a:avLst/>
          </a:prstGeom>
          <a:solidFill>
            <a:srgbClr val="16A34A">
              <a:alpha val="88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9152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43230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Jinja2 HTML Templates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Dark-Navy CSS Theme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319272"/>
            <a:ext cx="548640" cy="1828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7680960" cy="914400"/>
          </a:xfrm>
          <a:prstGeom prst="rect">
            <a:avLst/>
          </a:prstGeom>
          <a:solidFill>
            <a:srgbClr val="4338CA">
              <a:alpha val="88000"/>
            </a:srgbClr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10972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5570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55701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 Handlers in app.py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@app.route() decorators — HTTP request 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03120" y="4325112"/>
            <a:ext cx="1828800" cy="5943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0312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4325112"/>
            <a:ext cx="1828800" cy="5943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6072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blockchain for immutable, cryptographically verifiable vote records.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native iOS and Android apps for easier mobile access and notifications.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Authentication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two-factor authentication with OTP via email/SMS for stronger security.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Multi-Election Support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simultaneous management of multiple elections in a single platform.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detailed PDF/Excel reports of election results and voter statistics.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Verification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face recognition or fingerprint scan for voter identity verification.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11480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321040" cy="1920240"/>
          </a:xfrm>
          <a:prstGeom prst="rect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1E40A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successfully delivers a modern, secure, and accessible digital election platform for college institutions. By replacing inefficient paper-based voting with a Flask + MySQL web application, it ensures real-time transparency, strong security, and high voter participation — validated with 76.9% turnout and all test cases passing.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production-ready and deployable for any college election scenario.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SHA-256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One-vote-per-student enforced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Chart.js visualization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79476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clean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1E40A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657600" cy="3657600"/>
          </a:xfrm>
          <a:prstGeom prst="ellipse">
            <a:avLst/>
          </a:prstGeom>
          <a:solidFill>
            <a:srgbClr val="EAB308">
              <a:alpha val="12000"/>
            </a:srgbClr>
          </a:solidFill>
          <a:ln w="12700">
            <a:solidFill>
              <a:srgbClr val="EAB30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Online Voting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T.J.S College of Arts and Science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(222312554)  |  S. Sheik Muzzamil (222312550)  |  S. Akshat Chaturvedi (222312530)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985</Words>
  <Application>Microsoft Office PowerPoint</Application>
  <PresentationFormat>On-screen Show (16:9)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CIVITAS College Online Voting System</dc:title>
  <dc:subject>PptxGenJS Presentation</dc:subject>
  <dc:creator>PptxGenJS</dc:creator>
  <cp:lastModifiedBy>S0509809</cp:lastModifiedBy>
  <cp:revision>11</cp:revision>
  <dcterms:created xsi:type="dcterms:W3CDTF">2026-03-31T05:37:10Z</dcterms:created>
  <dcterms:modified xsi:type="dcterms:W3CDTF">2026-04-02T05:41:07Z</dcterms:modified>
</cp:coreProperties>
</file>